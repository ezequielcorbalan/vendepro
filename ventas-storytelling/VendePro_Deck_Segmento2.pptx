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2.png"/><Relationship Id="rId4" Type="http://schemas.openxmlformats.org/officeDocument/2006/relationships/image" Target="../media/image-3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5.png"/><Relationship Id="rId7" Type="http://schemas.openxmlformats.org/officeDocument/2006/relationships/image" Target="../media/image-4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8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blob_circle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7985455" y="2651760"/>
            <a:ext cx="5669280" cy="5669280"/>
          </a:xfrm>
          <a:prstGeom prst="rect">
            <a:avLst/>
          </a:prstGeom>
        </p:spPr>
      </p:pic>
      <p:pic>
        <p:nvPicPr>
          <p:cNvPr id="3" name="Image 1" descr="/tmp/claude-0/-home-claude/34a532c3-29f6-5221-b4ba-d8e6b49c9601/scratchpad/vendepro/assets/logo_vendepro_l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960120"/>
            <a:ext cx="2286000" cy="45249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58368" y="224028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probablemente tu CRM no te está mostrando</a:t>
            </a:r>
            <a:endParaRPr lang="en-US" sz="3800" dirty="0"/>
          </a:p>
        </p:txBody>
      </p:sp>
      <p:sp>
        <p:nvSpPr>
          <p:cNvPr id="5" name="Text 1"/>
          <p:cNvSpPr txBox="1"/>
          <p:nvPr/>
        </p:nvSpPr>
        <p:spPr>
          <a:xfrm>
            <a:off x="658368" y="4297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Tasaciones profesionales automáticas, IA aplicada al día a día, y atribución real de marketing hasta la venta.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01 / 10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blob_circle.pn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tretch>
            <a:fillRect/>
          </a:stretch>
        </p:blipFill>
        <p:spPr>
          <a:xfrm>
            <a:off x="-2377440" y="-2194560"/>
            <a:ext cx="5120640" cy="5120640"/>
          </a:xfrm>
          <a:prstGeom prst="rect">
            <a:avLst/>
          </a:prstGeom>
        </p:spPr>
      </p:pic>
      <p:pic>
        <p:nvPicPr>
          <p:cNvPr id="3" name="Image 1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96112" y="512064"/>
            <a:ext cx="101864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venimos a reemplazar lo que ya armaste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896112" y="210312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Ya tenés proceso, ya tenés tu sistema. Esto no es sobre dejarlo — es sobre lo que probablemente no cubre hoy.</a:t>
            </a:r>
            <a:endParaRPr lang="en-US" sz="1900" dirty="0"/>
          </a:p>
        </p:txBody>
      </p:sp>
      <p:sp>
        <p:nvSpPr>
          <p:cNvPr id="6" name="Text 2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7" name="Text 3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02 / 10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de seguir, tres preguntas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03 / 10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58368" y="2103120"/>
            <a:ext cx="3411626" cy="3703320"/>
          </a:xfrm>
          <a:prstGeom prst="roundRect">
            <a:avLst>
              <a:gd name="adj" fmla="val 4824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7" name="Image 1" descr="/tmp/claude-0/-home-claude/34a532c3-29f6-5221-b4ba-d8e6b49c9601/scratchpad/vendepro/assets/grad_num_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395728"/>
            <a:ext cx="566928" cy="56692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50976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950976" y="3246120"/>
            <a:ext cx="282641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¿Tu sistema arma la tasación con comparables y te genera el PDF en minutos?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4390034" y="2103120"/>
            <a:ext cx="3411626" cy="3703320"/>
          </a:xfrm>
          <a:prstGeom prst="roundRect">
            <a:avLst>
              <a:gd name="adj" fmla="val 4824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1" name="Image 2" descr="/tmp/claude-0/-home-claude/34a532c3-29f6-5221-b4ba-d8e6b49c9601/scratchpad/vendepro/assets/grad_num_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642" y="2395728"/>
            <a:ext cx="566928" cy="56692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82642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682642" y="3246120"/>
            <a:ext cx="282641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¿Podés ver qué campaña de Instagram terminó realmente en una venta, no solo en un clic?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8121701" y="2103120"/>
            <a:ext cx="3411626" cy="3703320"/>
          </a:xfrm>
          <a:prstGeom prst="roundRect">
            <a:avLst>
              <a:gd name="adj" fmla="val 4824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5" name="Image 3" descr="/tmp/claude-0/-home-claude/34a532c3-29f6-5221-b4ba-d8e6b49c9601/scratchpad/vendepro/assets/grad_num_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4309" y="2395728"/>
            <a:ext cx="566928" cy="56692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414309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1"/>
          <p:cNvSpPr txBox="1"/>
          <p:nvPr/>
        </p:nvSpPr>
        <p:spPr>
          <a:xfrm>
            <a:off x="8414309" y="3246120"/>
            <a:ext cx="282641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¿Alguien carga a mano los datos de cada lead que llega por WhatsApp?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369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Jugamos donde sumamos, no donde ya ganás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04 / 10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58368" y="2057400"/>
            <a:ext cx="5254600" cy="3977640"/>
          </a:xfrm>
          <a:prstGeom prst="roundRect">
            <a:avLst>
              <a:gd name="adj" fmla="val 4598"/>
            </a:avLst>
          </a:prstGeom>
          <a:solidFill>
            <a:srgbClr val="F6F6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24128" y="2377440"/>
            <a:ext cx="452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ya tenés resuelto</a:t>
            </a:r>
            <a:endParaRPr lang="en-US" sz="1800" dirty="0"/>
          </a:p>
        </p:txBody>
      </p:sp>
      <p:pic>
        <p:nvPicPr>
          <p:cNvPr id="8" name="Image 1" descr="/tmp/claude-0/-home-claude/34a532c3-29f6-5221-b4ba-d8e6b49c9601/scratchpad/vendepro/assets/icon_check_gr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3136392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81328" y="3054096"/>
            <a:ext cx="406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Gestión de propiedades</a:t>
            </a:r>
            <a:endParaRPr lang="en-US" sz="1550" dirty="0"/>
          </a:p>
        </p:txBody>
      </p:sp>
      <p:pic>
        <p:nvPicPr>
          <p:cNvPr id="10" name="Image 2" descr="/tmp/claude-0/-home-claude/34a532c3-29f6-5221-b4ba-d8e6b49c9601/scratchpad/vendepro/assets/icon_check_gr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3758184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81328" y="3675888"/>
            <a:ext cx="406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Publicación en portales</a:t>
            </a:r>
            <a:endParaRPr lang="en-US" sz="1550" dirty="0"/>
          </a:p>
        </p:txBody>
      </p:sp>
      <p:pic>
        <p:nvPicPr>
          <p:cNvPr id="12" name="Image 3" descr="/tmp/claude-0/-home-claude/34a532c3-29f6-5221-b4ba-d8e6b49c9601/scratchpad/vendepro/assets/icon_check_gr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4379976"/>
            <a:ext cx="256032" cy="25603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481328" y="4297680"/>
            <a:ext cx="406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 red de contactos</a:t>
            </a:r>
            <a:endParaRPr lang="en-US" sz="1550" dirty="0"/>
          </a:p>
        </p:txBody>
      </p:sp>
      <p:sp>
        <p:nvSpPr>
          <p:cNvPr id="14" name="Text 8"/>
          <p:cNvSpPr txBox="1"/>
          <p:nvPr/>
        </p:nvSpPr>
        <p:spPr>
          <a:xfrm>
            <a:off x="1024128" y="5376672"/>
            <a:ext cx="452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→ no es el foco de esta propuesta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6278728" y="2057400"/>
            <a:ext cx="5254600" cy="3977640"/>
          </a:xfrm>
          <a:prstGeom prst="roundRect">
            <a:avLst>
              <a:gd name="adj" fmla="val 4598"/>
            </a:avLst>
          </a:prstGeom>
          <a:solidFill>
            <a:srgbClr val="FFF1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sp>
        <p:nvSpPr>
          <p:cNvPr id="16" name="Text 10"/>
          <p:cNvSpPr txBox="1"/>
          <p:nvPr/>
        </p:nvSpPr>
        <p:spPr>
          <a:xfrm>
            <a:off x="6644488" y="2377440"/>
            <a:ext cx="452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sumamos</a:t>
            </a:r>
            <a:endParaRPr lang="en-US" sz="1800" dirty="0"/>
          </a:p>
        </p:txBody>
      </p:sp>
      <p:pic>
        <p:nvPicPr>
          <p:cNvPr id="17" name="Image 4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488" y="313639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119976" y="3054096"/>
            <a:ext cx="404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Tasaciones profesionales automáticas</a:t>
            </a:r>
            <a:endParaRPr lang="en-US" sz="1550" dirty="0"/>
          </a:p>
        </p:txBody>
      </p:sp>
      <p:pic>
        <p:nvPicPr>
          <p:cNvPr id="19" name="Image 5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4488" y="3913632"/>
            <a:ext cx="274320" cy="27432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19976" y="3831336"/>
            <a:ext cx="404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en el uso diario</a:t>
            </a:r>
            <a:endParaRPr lang="en-US" sz="1550" dirty="0"/>
          </a:p>
        </p:txBody>
      </p:sp>
      <p:pic>
        <p:nvPicPr>
          <p:cNvPr id="21" name="Image 6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4488" y="4690872"/>
            <a:ext cx="274320" cy="2743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119976" y="4608576"/>
            <a:ext cx="404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Atribución de marketing server-side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369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una tarde en Canva, a minutos con datos reales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05 / 10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58368" y="2194560"/>
            <a:ext cx="3411626" cy="3291840"/>
          </a:xfrm>
          <a:prstGeom prst="roundRect">
            <a:avLst>
              <a:gd name="adj" fmla="val 5000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7" name="Image 1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542032"/>
            <a:ext cx="438912" cy="43891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50976" y="3200400"/>
            <a:ext cx="282641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Comparables de mercado + análisis FODA incluidos</a:t>
            </a:r>
            <a:endParaRPr lang="en-US" sz="1550" dirty="0"/>
          </a:p>
        </p:txBody>
      </p:sp>
      <p:sp>
        <p:nvSpPr>
          <p:cNvPr id="9" name="Shape 5"/>
          <p:cNvSpPr/>
          <p:nvPr/>
        </p:nvSpPr>
        <p:spPr>
          <a:xfrm>
            <a:off x="4390034" y="2194560"/>
            <a:ext cx="3411626" cy="3291840"/>
          </a:xfrm>
          <a:prstGeom prst="roundRect">
            <a:avLst>
              <a:gd name="adj" fmla="val 5000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0" name="Image 2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642" y="2542032"/>
            <a:ext cx="438912" cy="43891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682642" y="3200400"/>
            <a:ext cx="282641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PDF automático, URL pública para el propietario</a:t>
            </a:r>
            <a:endParaRPr lang="en-US" sz="1550" dirty="0"/>
          </a:p>
        </p:txBody>
      </p:sp>
      <p:sp>
        <p:nvSpPr>
          <p:cNvPr id="12" name="Shape 7"/>
          <p:cNvSpPr/>
          <p:nvPr/>
        </p:nvSpPr>
        <p:spPr>
          <a:xfrm>
            <a:off x="8121701" y="2194560"/>
            <a:ext cx="3411626" cy="3291840"/>
          </a:xfrm>
          <a:prstGeom prst="roundRect">
            <a:avLst>
              <a:gd name="adj" fmla="val 5000"/>
            </a:avLst>
          </a:prstGeom>
          <a:solidFill>
            <a:srgbClr val="F6F6F7"/>
          </a:solidFill>
          <a:ln/>
          <a:effectLst>
            <a:outerShdw sx="100000" sy="100000" kx="0" ky="0" algn="bl" rotWithShape="0" blurRad="127000" dist="38100" dir="5400000">
              <a:srgbClr val="27272A">
                <a:alpha val="12000"/>
              </a:srgbClr>
            </a:outerShdw>
          </a:effectLst>
        </p:spPr>
      </p:sp>
      <p:pic>
        <p:nvPicPr>
          <p:cNvPr id="13" name="Image 3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4309" y="2542032"/>
            <a:ext cx="438912" cy="43891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414309" y="3200400"/>
            <a:ext cx="282641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Ficha de visita estandarizada </a:t>
            </a:r>
            <a:pPr indent="0" marL="0">
              <a:lnSpc>
                <a:spcPct val="132000"/>
              </a:lnSpc>
              <a:buNone/>
            </a:pPr>
            <a:r>
              <a:rPr lang="en-US" sz="1550" b="1" dirty="0">
                <a:solidFill>
                  <a:srgbClr val="FF00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(~40 campos)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 clic a la escritura, todo trazado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06 / 10</a:t>
            </a:r>
            <a:endParaRPr lang="en-US" sz="950" dirty="0"/>
          </a:p>
        </p:txBody>
      </p:sp>
      <p:pic>
        <p:nvPicPr>
          <p:cNvPr id="6" name="Image 1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13432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33856" y="2231136"/>
            <a:ext cx="6382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Conversiones enviadas </a:t>
            </a:r>
            <a:pPr algn="l" indent="0" marL="0">
              <a:lnSpc>
                <a:spcPct val="122000"/>
              </a:lnSpc>
              <a:buNone/>
            </a:pPr>
            <a:r>
              <a:rPr lang="en-US" sz="1650" b="1" dirty="0">
                <a:solidFill>
                  <a:srgbClr val="FF00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server-side</a:t>
            </a:r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 Meta y Google (resiste bloqueadores)</a:t>
            </a:r>
            <a:endParaRPr lang="en-US" sz="1650" dirty="0"/>
          </a:p>
        </p:txBody>
      </p:sp>
      <p:pic>
        <p:nvPicPr>
          <p:cNvPr id="8" name="Image 2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02152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33856" y="3419856"/>
            <a:ext cx="6382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Ves qué campaña generó una reserva o venta real, no solo un lead</a:t>
            </a:r>
            <a:endParaRPr lang="en-US" sz="1650" dirty="0"/>
          </a:p>
        </p:txBody>
      </p:sp>
      <p:pic>
        <p:nvPicPr>
          <p:cNvPr id="10" name="Image 3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690872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133856" y="4608576"/>
            <a:ext cx="6382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de costo por lead a nivel campaña</a:t>
            </a:r>
            <a:endParaRPr lang="en-US" sz="1650" dirty="0"/>
          </a:p>
        </p:txBody>
      </p:sp>
      <p:sp>
        <p:nvSpPr>
          <p:cNvPr id="12" name="Shape 6"/>
          <p:cNvSpPr/>
          <p:nvPr/>
        </p:nvSpPr>
        <p:spPr>
          <a:xfrm>
            <a:off x="8019288" y="2148840"/>
            <a:ext cx="3514039" cy="3566160"/>
          </a:xfrm>
          <a:prstGeom prst="roundRect">
            <a:avLst>
              <a:gd name="adj" fmla="val 5204"/>
            </a:avLst>
          </a:prstGeom>
          <a:solidFill>
            <a:srgbClr val="FFF1F7"/>
          </a:solidFill>
          <a:ln/>
        </p:spPr>
      </p:sp>
      <p:pic>
        <p:nvPicPr>
          <p:cNvPr id="13" name="Image 4" descr="/tmp/claude-0/-home-claude/34a532c3-29f6-5221-b4ba-d8e6b49c9601/scratchpad/vendepro/assets/icon_bars_gra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1948" y="2651760"/>
            <a:ext cx="1188720" cy="118872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93608" y="4114800"/>
            <a:ext cx="29653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Del clic a la venta,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sin puntos ciegos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que ahorra carga manual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07 / 10</a:t>
            </a:r>
            <a:endParaRPr lang="en-US" sz="950" dirty="0"/>
          </a:p>
        </p:txBody>
      </p:sp>
      <p:pic>
        <p:nvPicPr>
          <p:cNvPr id="6" name="Image 1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13432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33856" y="2231136"/>
            <a:ext cx="6382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Extracción de datos de lead desde WhatsApp o imagen</a:t>
            </a:r>
            <a:endParaRPr lang="en-US" sz="1650" dirty="0"/>
          </a:p>
        </p:txBody>
      </p:sp>
      <p:pic>
        <p:nvPicPr>
          <p:cNvPr id="8" name="Image 2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02152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33856" y="3419856"/>
            <a:ext cx="6382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Lectura de screenshots de portales para reportes automáticos</a:t>
            </a:r>
            <a:endParaRPr lang="en-US" sz="1650" dirty="0"/>
          </a:p>
        </p:txBody>
      </p:sp>
      <p:pic>
        <p:nvPicPr>
          <p:cNvPr id="10" name="Image 3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690872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133856" y="4608576"/>
            <a:ext cx="6382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Edición de landings con instrucciones en lenguaje natural</a:t>
            </a:r>
            <a:endParaRPr lang="en-US" sz="1650" dirty="0"/>
          </a:p>
        </p:txBody>
      </p:sp>
      <p:sp>
        <p:nvSpPr>
          <p:cNvPr id="12" name="Shape 6"/>
          <p:cNvSpPr/>
          <p:nvPr/>
        </p:nvSpPr>
        <p:spPr>
          <a:xfrm>
            <a:off x="8019288" y="2148840"/>
            <a:ext cx="3514039" cy="3566160"/>
          </a:xfrm>
          <a:prstGeom prst="roundRect">
            <a:avLst>
              <a:gd name="adj" fmla="val 5204"/>
            </a:avLst>
          </a:prstGeom>
          <a:solidFill>
            <a:srgbClr val="FFF1F7"/>
          </a:solidFill>
          <a:ln/>
        </p:spPr>
      </p:sp>
      <p:pic>
        <p:nvPicPr>
          <p:cNvPr id="13" name="Image 4" descr="/tmp/claude-0/-home-claude/34a532c3-29f6-5221-b4ba-d8e6b49c9601/scratchpad/vendepro/assets/icon_spark_gra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1948" y="2651760"/>
            <a:ext cx="1188720" cy="118872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93608" y="4114800"/>
            <a:ext cx="29653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Menos carga manual,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más tiempo de venta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369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Probalo en paralelo, sin tocar lo que ya tenés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08 / 10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58368" y="2148840"/>
            <a:ext cx="10874959" cy="566928"/>
          </a:xfrm>
          <a:prstGeom prst="roundRect">
            <a:avLst>
              <a:gd name="adj" fmla="val 50000"/>
            </a:avLst>
          </a:prstGeom>
          <a:solidFill>
            <a:srgbClr val="F6F6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78408" y="2148840"/>
            <a:ext cx="102348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 sistema actual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2990088"/>
            <a:ext cx="10874959" cy="566928"/>
          </a:xfrm>
          <a:prstGeom prst="roundRect">
            <a:avLst>
              <a:gd name="adj" fmla="val 50000"/>
            </a:avLst>
          </a:prstGeom>
          <a:solidFill>
            <a:srgbClr val="FFF1F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78408" y="2990088"/>
            <a:ext cx="102348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VendéPro (gratis)</a:t>
            </a:r>
            <a:endParaRPr lang="en-US" sz="1450" dirty="0"/>
          </a:p>
        </p:txBody>
      </p:sp>
      <p:pic>
        <p:nvPicPr>
          <p:cNvPr id="10" name="Image 1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99592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33856" y="3913632"/>
            <a:ext cx="103994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 gratuito, sin tarjeta, sin compromiso</a:t>
            </a:r>
            <a:endParaRPr lang="en-US" sz="1600" dirty="0"/>
          </a:p>
        </p:txBody>
      </p:sp>
      <p:pic>
        <p:nvPicPr>
          <p:cNvPr id="12" name="Image 2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61772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33856" y="4535424"/>
            <a:ext cx="103994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Corré los dos sistemas juntos un tiempo</a:t>
            </a:r>
            <a:endParaRPr lang="en-US" sz="1600" dirty="0"/>
          </a:p>
        </p:txBody>
      </p:sp>
      <p:pic>
        <p:nvPicPr>
          <p:cNvPr id="14" name="Image 3" descr="/tmp/claude-0/-home-claude/34a532c3-29f6-5221-b4ba-d8e6b49c9601/scratchpad/vendepro/assets/icon_check_gr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239512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33856" y="5157216"/>
            <a:ext cx="103994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Decidís vos, con datos reales de tu propia operación, si suma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tab_ver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82296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96112" y="512064"/>
            <a:ext cx="10552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Hacia dónde vamos — y por qué te conviene sumarte ahora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896112" y="137160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Todavía no está listo. Te lo contamos igual porque queremos construirlo con la demanda real de inmobiliarias como la tuya.</a:t>
            </a:r>
            <a:endParaRPr lang="en-US" sz="1350" dirty="0"/>
          </a:p>
        </p:txBody>
      </p:sp>
      <p:pic>
        <p:nvPicPr>
          <p:cNvPr id="5" name="Image 1" descr="/tmp/claude-0/-home-claude/34a532c3-29f6-5221-b4ba-d8e6b49c9601/scratchpad/vendepro/assets/grad_pill_butt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29968"/>
            <a:ext cx="2011680" cy="3474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58368" y="202996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 CONSTRUCCIÓN</a:t>
            </a:r>
            <a:endParaRPr lang="en-US" sz="1050" dirty="0"/>
          </a:p>
        </p:txBody>
      </p:sp>
      <p:pic>
        <p:nvPicPr>
          <p:cNvPr id="7" name="Image 2" descr="/tmp/claude-0/-home-claude/34a532c3-29f6-5221-b4ba-d8e6b49c9601/scratchpad/vendepro/assets/grad_hero_c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42032"/>
            <a:ext cx="6515704" cy="3246120"/>
          </a:xfrm>
          <a:prstGeom prst="rect">
            <a:avLst/>
          </a:prstGeom>
        </p:spPr>
      </p:pic>
      <p:pic>
        <p:nvPicPr>
          <p:cNvPr id="8" name="Image 3" descr="/tmp/claude-0/-home-claude/34a532c3-29f6-5221-b4ba-d8e6b49c9601/scratchpad/vendepro/assets/icon_network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834640"/>
            <a:ext cx="566928" cy="566928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1024128" y="3474720"/>
            <a:ext cx="5784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de cierres reales entre inmobiliarias</a:t>
            </a:r>
            <a:endParaRPr lang="en-US" sz="1900" dirty="0"/>
          </a:p>
        </p:txBody>
      </p:sp>
      <p:sp>
        <p:nvSpPr>
          <p:cNvPr id="10" name="Text 4"/>
          <p:cNvSpPr txBox="1"/>
          <p:nvPr/>
        </p:nvSpPr>
        <p:spPr>
          <a:xfrm>
            <a:off x="1024128" y="4023360"/>
            <a:ext cx="5784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FE6F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No publicaciones activas como tu red actual — cierres confirmados y anónimos, para tasar con lo que de verdad se vendió en la zona.</a:t>
            </a:r>
            <a:endParaRPr lang="en-US" sz="1250" dirty="0"/>
          </a:p>
        </p:txBody>
      </p:sp>
      <p:sp>
        <p:nvSpPr>
          <p:cNvPr id="11" name="Text 5"/>
          <p:cNvSpPr txBox="1"/>
          <p:nvPr/>
        </p:nvSpPr>
        <p:spPr>
          <a:xfrm>
            <a:off x="1024128" y="5221224"/>
            <a:ext cx="5784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¿Aportarías tus cierres? Sumate como fundador de la red.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7539832" y="2542032"/>
            <a:ext cx="3993496" cy="3246120"/>
          </a:xfrm>
          <a:prstGeom prst="roundRect">
            <a:avLst>
              <a:gd name="adj" fmla="val 5634"/>
            </a:avLst>
          </a:prstGeom>
          <a:solidFill>
            <a:srgbClr val="FFF1F7"/>
          </a:solidFill>
          <a:ln/>
        </p:spPr>
      </p:sp>
      <p:pic>
        <p:nvPicPr>
          <p:cNvPr id="13" name="Image 4" descr="/tmp/claude-0/-home-claude/34a532c3-29f6-5221-b4ba-d8e6b49c9601/scratchpad/vendepro/assets/icon_spark_gra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2440" y="2852928"/>
            <a:ext cx="512064" cy="512064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7832440" y="3547872"/>
            <a:ext cx="3408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2727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Asistente de WhatsApp con IA</a:t>
            </a:r>
            <a:endParaRPr lang="en-US" sz="1550" dirty="0"/>
          </a:p>
        </p:txBody>
      </p:sp>
      <p:sp>
        <p:nvSpPr>
          <p:cNvPr id="15" name="Text 8"/>
          <p:cNvSpPr txBox="1"/>
          <p:nvPr/>
        </p:nvSpPr>
        <p:spPr>
          <a:xfrm>
            <a:off x="7832440" y="4325112"/>
            <a:ext cx="3408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Responde consultas 24hs y agenda visitas</a:t>
            </a:r>
            <a:endParaRPr lang="en-US" sz="1300" dirty="0"/>
          </a:p>
        </p:txBody>
      </p:sp>
      <p:sp>
        <p:nvSpPr>
          <p:cNvPr id="16" name="Text 9"/>
          <p:cNvSpPr txBox="1"/>
          <p:nvPr/>
        </p:nvSpPr>
        <p:spPr>
          <a:xfrm>
            <a:off x="658368" y="591616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i="1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Hoy no sincronizamos automáticamente con Tokko Broker (sí con KiteProp), y el plan pago todavía no tiene tabla de precios pública — arrancamos siempre por el gratuito.</a:t>
            </a:r>
            <a:endParaRPr lang="en-US" sz="950" dirty="0"/>
          </a:p>
        </p:txBody>
      </p:sp>
      <p:sp>
        <p:nvSpPr>
          <p:cNvPr id="17" name="Text 10"/>
          <p:cNvSpPr txBox="1"/>
          <p:nvPr/>
        </p:nvSpPr>
        <p:spPr>
          <a:xfrm>
            <a:off x="658368" y="6437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VendéPro</a:t>
            </a:r>
            <a:endParaRPr lang="en-US" sz="950" dirty="0"/>
          </a:p>
        </p:txBody>
      </p:sp>
      <p:sp>
        <p:nvSpPr>
          <p:cNvPr id="18" name="Text 11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1A1A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09 / 10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34a532c3-29f6-5221-b4ba-d8e6b49c9601/scratchpad/vendepro/assets/grad_full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claude/34a532c3-29f6-5221-b4ba-d8e6b49c9601/scratchpad/vendepro/assets/logo_vendepr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48640"/>
            <a:ext cx="1920240" cy="45665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58368" y="22860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Empecemos por lo que hoy te falta</a:t>
            </a:r>
            <a:endParaRPr lang="en-US" sz="4000" dirty="0"/>
          </a:p>
        </p:txBody>
      </p:sp>
      <p:sp>
        <p:nvSpPr>
          <p:cNvPr id="5" name="Shape 1"/>
          <p:cNvSpPr/>
          <p:nvPr/>
        </p:nvSpPr>
        <p:spPr>
          <a:xfrm>
            <a:off x="658368" y="4160520"/>
            <a:ext cx="4206240" cy="868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658368" y="416052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00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Probar gratis en paralelo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658368" y="5257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FE6F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[contacto / link]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0436047" y="6437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E6F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10 / 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2026-09-01T15:15:32Z</dcterms:created>
  <dcterms:modified xsi:type="dcterms:W3CDTF">2026-09-01T15:15:32Z</dcterms:modified>
</cp:coreProperties>
</file>